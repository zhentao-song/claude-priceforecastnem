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457200" cy="6400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商务政策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6035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盘活存量  ·  安装商签约  ·  大客户 VPP（四选一）</a:t>
            </a:r>
            <a:endParaRPr lang="en-US" sz="1200" dirty="0"/>
          </a:p>
        </p:txBody>
      </p:sp>
      <p:pic>
        <p:nvPicPr>
          <p:cNvPr id="5" name="Image 0" descr="/sessions/funny-upbeat-darwin/mnt/claude-PriceForecastNEM/vpp_business_case/charts/p2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09728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0" y="9144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StarCharge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星星充电</a:t>
            </a:r>
            <a:endParaRPr lang="en-US" sz="1200" dirty="0"/>
          </a:p>
        </p:txBody>
      </p:sp>
      <p:pic>
        <p:nvPicPr>
          <p:cNvPr id="7" name="Image 1" descr="/sessions/funny-upbeat-darwin/mnt/claude-PriceForecastNEM/vpp_business_case/charts/p2_fl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0"/>
            <a:ext cx="12191695" cy="3840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978408"/>
            <a:ext cx="73152" cy="256032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9" name="Text 5"/>
          <p:cNvSpPr/>
          <p:nvPr/>
        </p:nvSpPr>
        <p:spPr>
          <a:xfrm>
            <a:off x="576072" y="9601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盘活存量（户用）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11480" y="1371600"/>
            <a:ext cx="5577840" cy="2084832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1" name="Text 7"/>
          <p:cNvSpPr/>
          <p:nvPr/>
        </p:nvSpPr>
        <p:spPr>
          <a:xfrm>
            <a:off x="594360" y="1481328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零门槛、不绑定</a:t>
            </a:r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（或12个月），随时退出
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收益保底 ≥ $200/年</a:t>
            </a:r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（客户正常拿$758，几乎不触发）
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入池奖励 一次性 $50 账单抵扣</a:t>
            </a:r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2E2E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｜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透明 App 看板
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电池健康保障</a:t>
            </a:r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：年循环上限 + 衰减补偿
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触达：</a:t>
            </a:r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原安装商回访 / OEM App / DTC；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技术：</a:t>
            </a:r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OTA远程入池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4360" y="2999232"/>
            <a:ext cx="5212080" cy="384048"/>
          </a:xfrm>
          <a:prstGeom prst="rect">
            <a:avLst/>
          </a:prstGeom>
          <a:solidFill>
            <a:srgbClr val="FCEEE3"/>
          </a:solidFill>
          <a:ln/>
        </p:spPr>
      </p:sp>
      <p:sp>
        <p:nvSpPr>
          <p:cNvPr id="13" name="Text 9"/>
          <p:cNvSpPr/>
          <p:nvPr/>
        </p:nvSpPr>
        <p:spPr>
          <a:xfrm>
            <a:off x="713232" y="29992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5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</a:t>
            </a:r>
            <a:pPr indent="0" marL="0"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不要钱 · 不绑定 · 不伤电池 · 还保底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9632" y="978408"/>
            <a:ext cx="73152" cy="256032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5" name="Text 11"/>
          <p:cNvSpPr/>
          <p:nvPr/>
        </p:nvSpPr>
        <p:spPr>
          <a:xfrm>
            <a:off x="6364224" y="9601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安装商签约政策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199632" y="1371600"/>
            <a:ext cx="5577840" cy="2084832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7" name="Text 13"/>
          <p:cNvSpPr/>
          <p:nvPr/>
        </p:nvSpPr>
        <p:spPr>
          <a:xfrm>
            <a:off x="6382512" y="1499616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户用：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签约 $60 + 3年trailing 5%(≈$49) + 阶梯(&lt;20:$60/20–50:$75/&gt;50:$90)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 $110/户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工商：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签约 $300–500 + trailing 5%(≈$688)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 $1,000/站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非现金（更管用）：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收益计算器(用我们模型，电池回本更快→提高成交) · 联合品牌 · 认证体系 · leads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资金来自对应毛利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（户用$325/年、工商$4,587/年），CAC可控；trailing让安装商变“长期销售+留存伙伴”。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11480" y="3584448"/>
            <a:ext cx="73152" cy="256032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9" name="Text 15"/>
          <p:cNvSpPr/>
          <p:nvPr/>
        </p:nvSpPr>
        <p:spPr>
          <a:xfrm>
            <a:off x="576072" y="35661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大客户（C&amp;I）四选一商务菜单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00800" y="3566160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服务：现货+FCAS+需量管理 · 负荷优先(SoC预留) · 3–7年 · 月结透明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931920"/>
          <a:ext cx="113659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00400"/>
                <a:gridCol w="3319272"/>
                <a:gridCol w="2377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模式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客户得到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你（运营商）得到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适合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  标准分成 70/30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留 70%（$10,703/年）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30%（$4,587）· 零风险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先试水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  保底 + 分成  ★主推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保底 ≥ $9,000/年 + 超额分成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30% above · 给足确定性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要确定性的 CFO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  容量租赁 / tolling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固定 $50/kW·年（$5,000）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全部市场收益+风险（净 ~$9–11k）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只想要张支票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  EaaS 共同投资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零 capex 装电池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收益+服务费回收 · 做大资产盘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不愿掏 capex（IRR 22%）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411480" y="5907024"/>
            <a:ext cx="11365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05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放量：</a:t>
            </a:r>
            <a:pPr indent="0" marL="0">
              <a:buNone/>
            </a:pPr>
            <a:r>
              <a:rPr lang="en-US" sz="96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B（保底）拿信任、好立项；D（EaaS）你出资装电池、用收益流(IRR 22%&gt;15%)把“卖服务”变“做大资产盘”。四种资金均由毛利覆盖、不穿底，客户按风险偏好自选。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2026-06-17T03:01:28Z</dcterms:created>
  <dcterms:modified xsi:type="dcterms:W3CDTF">2026-06-17T03:01:28Z</dcterms:modified>
</cp:coreProperties>
</file>