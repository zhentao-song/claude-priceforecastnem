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57200" cy="6400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商务政策 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6766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盘活存量  ·  安装商签约政策</a:t>
            </a:r>
            <a:endParaRPr lang="en-US" sz="1200" dirty="0"/>
          </a:p>
        </p:txBody>
      </p:sp>
      <p:pic>
        <p:nvPicPr>
          <p:cNvPr id="5" name="Image 0" descr="/sessions/funny-upbeat-darwin/mnt/claude-PriceForecastNEM/vpp_business_case/charts/p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46304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0" y="12801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StarCharge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星星充电</a:t>
            </a:r>
            <a:endParaRPr lang="en-US" sz="1250" dirty="0"/>
          </a:p>
        </p:txBody>
      </p:sp>
      <p:pic>
        <p:nvPicPr>
          <p:cNvPr id="7" name="Image 1" descr="/sessions/funny-upbeat-darwin/mnt/claude-PriceForecastNEM/vpp_business_case/charts/p2_fl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12191695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1115568"/>
            <a:ext cx="82296" cy="27432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" y="10972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盘活存量（户用）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1480" y="1517904"/>
            <a:ext cx="4937760" cy="8412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Text 7"/>
          <p:cNvSpPr/>
          <p:nvPr/>
        </p:nvSpPr>
        <p:spPr>
          <a:xfrm>
            <a:off x="594360" y="159105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技术：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OTA远程入池（兼容白名单），旧机加装通信模块
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触达：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原安装商回访（retrofit佣金）/ OEM App推送 / DTC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11480" y="2468880"/>
            <a:ext cx="4937760" cy="2286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" y="2542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商务政策 · 户用存量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94360" y="29260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零门槛、不绑定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（或12个月），随时退出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收益保底 ≥ $200/年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（客户正常拿$758，几乎不触发）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入池奖励：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一次性 $50 账单抵扣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电池健康保障：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年循环上限 + 衰减补偿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 App 收益看板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4882896"/>
            <a:ext cx="4937760" cy="566928"/>
          </a:xfrm>
          <a:prstGeom prst="rect">
            <a:avLst/>
          </a:prstGeom>
          <a:solidFill>
            <a:srgbClr val="FCEEE3"/>
          </a:solidFill>
          <a:ln/>
        </p:spPr>
      </p:sp>
      <p:sp>
        <p:nvSpPr>
          <p:cNvPr id="16" name="Shape 12"/>
          <p:cNvSpPr/>
          <p:nvPr/>
        </p:nvSpPr>
        <p:spPr>
          <a:xfrm>
            <a:off x="411480" y="4882896"/>
            <a:ext cx="82296" cy="56692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7" name="Text 13"/>
          <p:cNvSpPr/>
          <p:nvPr/>
        </p:nvSpPr>
        <p:spPr>
          <a:xfrm>
            <a:off x="594360" y="488289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</a:t>
            </a:r>
            <a:pPr indent="0" marL="0">
              <a:buNone/>
            </a:pPr>
            <a:r>
              <a:rPr lang="en-US" sz="12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不要钱 · 不绑定 · 不伤电池 · 还保底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577840" y="1115568"/>
            <a:ext cx="82296" cy="27432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9" name="Text 15"/>
          <p:cNvSpPr/>
          <p:nvPr/>
        </p:nvSpPr>
        <p:spPr>
          <a:xfrm>
            <a:off x="5760720" y="1097280"/>
            <a:ext cx="6199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安装商商务政策（现金 + 非现金）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17904"/>
          <a:ext cx="61996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43000"/>
                <a:gridCol w="1417320"/>
                <a:gridCol w="1783080"/>
                <a:gridCol w="94183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客户类型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签约（一次性）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Trailing（3年）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量级阶梯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合计(约)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户用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$60 / 户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运营商收益5%≈$49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&lt;20户:$60｜20–50:$75｜&gt;50:$90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~$110/户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工商业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$300–500 / 站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运营商收益5%≈$688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按项目规模浮动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~$1,000/站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5577840" y="3145536"/>
            <a:ext cx="6199632" cy="120700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2" name="Text 17"/>
          <p:cNvSpPr/>
          <p:nvPr/>
        </p:nvSpPr>
        <p:spPr>
          <a:xfrm>
            <a:off x="5760720" y="3200400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非现金激励（往往更管用）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760720" y="3529584"/>
            <a:ext cx="5833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帮他多卖硬件：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给“收益计算器”（用我们的模型算“每台每年多赚$X”），电池回本更快→提高他的成交率，是不花钱的强激励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联合品牌 ｜ 认证安装商体系 ｜ 营销物料 ｜ 反向导流 leads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577840" y="4462272"/>
            <a:ext cx="6199632" cy="1207008"/>
          </a:xfrm>
          <a:prstGeom prst="rect">
            <a:avLst/>
          </a:prstGeom>
          <a:solidFill>
            <a:srgbClr val="FCEEE3"/>
          </a:solidFill>
          <a:ln/>
        </p:spPr>
      </p:sp>
      <p:sp>
        <p:nvSpPr>
          <p:cNvPr id="25" name="Text 20"/>
          <p:cNvSpPr/>
          <p:nvPr/>
        </p:nvSpPr>
        <p:spPr>
          <a:xfrm>
            <a:off x="5760720" y="4517136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760720" y="4828032"/>
            <a:ext cx="5833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Trailing 分成 + 帮他卖货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，把安装商从“一次性中介”变成“长期销售 + 留存伙伴”。资金来自对应毛利（户用 $325/年、工商 $4,587/年），CAC 完全可控。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57200" cy="6400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商务政策 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6766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大客户（C&amp;I）VPP 服务  ·  四选一商务菜单</a:t>
            </a:r>
            <a:endParaRPr lang="en-US" sz="1200" dirty="0"/>
          </a:p>
        </p:txBody>
      </p:sp>
      <p:pic>
        <p:nvPicPr>
          <p:cNvPr id="5" name="Image 0" descr="/sessions/funny-upbeat-darwin/mnt/claude-PriceForecastNEM/vpp_business_case/charts/p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46304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0" y="12801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StarCharge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星星充电</a:t>
            </a:r>
            <a:endParaRPr lang="en-US" sz="1250" dirty="0"/>
          </a:p>
        </p:txBody>
      </p:sp>
      <p:pic>
        <p:nvPicPr>
          <p:cNvPr id="7" name="Image 1" descr="/sessions/funny-upbeat-darwin/mnt/claude-PriceForecastNEM/vpp_business_case/charts/p2_fl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12191695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1115568"/>
            <a:ext cx="82296" cy="27432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" y="1097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服务内容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1480" y="1517904"/>
            <a:ext cx="3611880" cy="2743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Text 7"/>
          <p:cNvSpPr/>
          <p:nvPr/>
        </p:nvSpPr>
        <p:spPr>
          <a:xfrm>
            <a:off x="594360" y="1682496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现货套利 + FCAS 代运营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叠加需量管理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（削峰省 demand charge）
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 预留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：备电 / 生产负荷优先，非工作时段才套利
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月度透明结算 + dashboard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1480" y="4498848"/>
            <a:ext cx="82296" cy="27432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" y="44805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合同要素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11480" y="4901184"/>
            <a:ext cx="3611880" cy="1097280"/>
          </a:xfrm>
          <a:prstGeom prst="rect">
            <a:avLst/>
          </a:prstGeom>
          <a:solidFill>
            <a:srgbClr val="FCEEE3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4901184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3–7 年期 · SoC 预留 · 可用率保证 · 月结透明 · 退出条款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06240" y="1115568"/>
            <a:ext cx="82296" cy="27432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7" name="Text 13"/>
          <p:cNvSpPr/>
          <p:nvPr/>
        </p:nvSpPr>
        <p:spPr>
          <a:xfrm>
            <a:off x="4389120" y="1097280"/>
            <a:ext cx="7571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商务菜单（四选一，按客户偏好）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517904"/>
          <a:ext cx="757123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148840"/>
                <a:gridCol w="2194560"/>
                <a:gridCol w="13533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模式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客户得到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你（运营商）得到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适合</a:t>
                      </a:r>
                      <a:endParaRPr lang="en-US" sz="9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  标准分成 70/30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留 70%（$10,703/年）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30%（$4,587）· 零风险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先试水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  保底 + 分成 ★主推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保底 ≥ $9,000/年 + 超额分成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30% above · 给足确定性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要确定性的 CFO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  容量租赁 / tolling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固定 $50/kW·年（$5,000）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全部市场收益+风险（净~$9–11k）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只想要张支票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  EaaS 共同投资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 capex 装电池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收益+服务费回收 · 做大资产盘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不愿掏 capex（IRR 22%）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4206240" y="4526280"/>
            <a:ext cx="7571232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5"/>
          <p:cNvSpPr/>
          <p:nvPr/>
        </p:nvSpPr>
        <p:spPr>
          <a:xfrm>
            <a:off x="4389120" y="4599432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放量逻辑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389120" y="4937760"/>
            <a:ext cx="7205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B（保底）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拿信任、好做立项；</a:t>
            </a:r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D（EaaS）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拿那些不愿掏 capex 的客户——你出资装电池，用收益流（IRR 22% &gt; 资方 15%）把“卖服务”变成“做大资产盘”。
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四种模式的资金都能从对应毛利覆盖，不穿底；客户按风险偏好自选，转化率最高。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2026-06-17T02:41:38Z</dcterms:created>
  <dcterms:modified xsi:type="dcterms:W3CDTF">2026-06-17T02:41:38Z</dcterms:modified>
</cp:coreProperties>
</file>